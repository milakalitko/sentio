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obby Jones Soft" charset="1" panose="00000000000000000000"/>
      <p:regular r:id="rId12"/>
    </p:embeddedFont>
    <p:embeddedFont>
      <p:font typeface="Inter" charset="1" panose="020B0502030000000004"/>
      <p:regular r:id="rId13"/>
    </p:embeddedFont>
    <p:embeddedFont>
      <p:font typeface="Inter Bold" charset="1" panose="020B08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0" r="0" b="-33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35349" y="5920175"/>
            <a:ext cx="3297270" cy="3328748"/>
          </a:xfrm>
          <a:custGeom>
            <a:avLst/>
            <a:gdLst/>
            <a:ahLst/>
            <a:cxnLst/>
            <a:rect r="r" b="b" t="t" l="l"/>
            <a:pathLst>
              <a:path h="3328748" w="3297270">
                <a:moveTo>
                  <a:pt x="0" y="0"/>
                </a:moveTo>
                <a:lnTo>
                  <a:pt x="3297271" y="0"/>
                </a:lnTo>
                <a:lnTo>
                  <a:pt x="3297271" y="3328747"/>
                </a:lnTo>
                <a:lnTo>
                  <a:pt x="0" y="3328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8819" y="5929552"/>
            <a:ext cx="2939105" cy="3309992"/>
          </a:xfrm>
          <a:custGeom>
            <a:avLst/>
            <a:gdLst/>
            <a:ahLst/>
            <a:cxnLst/>
            <a:rect r="r" b="b" t="t" l="l"/>
            <a:pathLst>
              <a:path h="3309992" w="2939105">
                <a:moveTo>
                  <a:pt x="0" y="0"/>
                </a:moveTo>
                <a:lnTo>
                  <a:pt x="2939105" y="0"/>
                </a:lnTo>
                <a:lnTo>
                  <a:pt x="2939105" y="3309993"/>
                </a:lnTo>
                <a:lnTo>
                  <a:pt x="0" y="3309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67841" y="5920175"/>
            <a:ext cx="4773552" cy="3328748"/>
          </a:xfrm>
          <a:custGeom>
            <a:avLst/>
            <a:gdLst/>
            <a:ahLst/>
            <a:cxnLst/>
            <a:rect r="r" b="b" t="t" l="l"/>
            <a:pathLst>
              <a:path h="3328748" w="4773552">
                <a:moveTo>
                  <a:pt x="0" y="0"/>
                </a:moveTo>
                <a:lnTo>
                  <a:pt x="4773552" y="0"/>
                </a:lnTo>
                <a:lnTo>
                  <a:pt x="4773552" y="3328747"/>
                </a:lnTo>
                <a:lnTo>
                  <a:pt x="0" y="3328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4736" y="5929552"/>
            <a:ext cx="2855680" cy="3309992"/>
          </a:xfrm>
          <a:custGeom>
            <a:avLst/>
            <a:gdLst/>
            <a:ahLst/>
            <a:cxnLst/>
            <a:rect r="r" b="b" t="t" l="l"/>
            <a:pathLst>
              <a:path h="3309992" w="2855680">
                <a:moveTo>
                  <a:pt x="0" y="0"/>
                </a:moveTo>
                <a:lnTo>
                  <a:pt x="2855680" y="0"/>
                </a:lnTo>
                <a:lnTo>
                  <a:pt x="2855680" y="3309993"/>
                </a:lnTo>
                <a:lnTo>
                  <a:pt x="0" y="33099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6445" y="5929552"/>
            <a:ext cx="3346819" cy="3328748"/>
          </a:xfrm>
          <a:custGeom>
            <a:avLst/>
            <a:gdLst/>
            <a:ahLst/>
            <a:cxnLst/>
            <a:rect r="r" b="b" t="t" l="l"/>
            <a:pathLst>
              <a:path h="3328748" w="3346819">
                <a:moveTo>
                  <a:pt x="0" y="0"/>
                </a:moveTo>
                <a:lnTo>
                  <a:pt x="3346819" y="0"/>
                </a:lnTo>
                <a:lnTo>
                  <a:pt x="3346819" y="3328748"/>
                </a:lnTo>
                <a:lnTo>
                  <a:pt x="0" y="3328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15375" y="1797553"/>
            <a:ext cx="15057249" cy="232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850"/>
              </a:lnSpc>
            </a:pPr>
            <a:r>
              <a:rPr lang="en-US" sz="15521" spc="201">
                <a:solidFill>
                  <a:srgbClr val="4F70B7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SENTIO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3368" y="1228605"/>
            <a:ext cx="4721265" cy="53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297">
                <a:solidFill>
                  <a:srgbClr val="4F70B7"/>
                </a:solidFill>
                <a:latin typeface="Inter"/>
                <a:ea typeface="Inter"/>
                <a:cs typeface="Inter"/>
                <a:sym typeface="Inter"/>
              </a:rPr>
              <a:t>KALITKO MÍLANI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96651" y="4045925"/>
            <a:ext cx="8894698" cy="62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4"/>
              </a:lnSpc>
            </a:pPr>
            <a:r>
              <a:rPr lang="en-US" b="true" sz="3617" spc="347">
                <a:solidFill>
                  <a:srgbClr val="4F70B7"/>
                </a:solidFill>
                <a:latin typeface="Inter Bold"/>
                <a:ea typeface="Inter Bold"/>
                <a:cs typeface="Inter Bold"/>
                <a:sym typeface="Inter Bold"/>
              </a:rPr>
              <a:t>PRESENTACIÓN PROYECTO WEB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0" r="0" b="-337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86167" y="9048742"/>
            <a:ext cx="19860924" cy="1982716"/>
            <a:chOff x="0" y="0"/>
            <a:chExt cx="5230861" cy="5221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30861" cy="522197"/>
            </a:xfrm>
            <a:custGeom>
              <a:avLst/>
              <a:gdLst/>
              <a:ahLst/>
              <a:cxnLst/>
              <a:rect r="r" b="b" t="t" l="l"/>
              <a:pathLst>
                <a:path h="522197" w="5230861">
                  <a:moveTo>
                    <a:pt x="0" y="0"/>
                  </a:moveTo>
                  <a:lnTo>
                    <a:pt x="5230861" y="0"/>
                  </a:lnTo>
                  <a:lnTo>
                    <a:pt x="5230861" y="522197"/>
                  </a:lnTo>
                  <a:lnTo>
                    <a:pt x="0" y="522197"/>
                  </a:lnTo>
                  <a:close/>
                </a:path>
              </a:pathLst>
            </a:custGeom>
            <a:solidFill>
              <a:srgbClr val="FC816D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230861" cy="493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32104" y="1028700"/>
            <a:ext cx="6096575" cy="6940716"/>
          </a:xfrm>
          <a:custGeom>
            <a:avLst/>
            <a:gdLst/>
            <a:ahLst/>
            <a:cxnLst/>
            <a:rect r="r" b="b" t="t" l="l"/>
            <a:pathLst>
              <a:path h="6940716" w="6096575">
                <a:moveTo>
                  <a:pt x="0" y="0"/>
                </a:moveTo>
                <a:lnTo>
                  <a:pt x="6096575" y="0"/>
                </a:lnTo>
                <a:lnTo>
                  <a:pt x="6096575" y="6940716"/>
                </a:lnTo>
                <a:lnTo>
                  <a:pt x="0" y="6940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65291" y="1324853"/>
            <a:ext cx="6140784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40"/>
              </a:lnSpc>
            </a:pPr>
            <a:r>
              <a:rPr lang="en-US" sz="9000" spc="117">
                <a:solidFill>
                  <a:srgbClr val="545454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INDICE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5291" y="2832661"/>
            <a:ext cx="8115300" cy="270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80" indent="-356240" lvl="1">
              <a:lnSpc>
                <a:spcPts val="5445"/>
              </a:lnSpc>
              <a:buFont typeface="Arial"/>
              <a:buChar char="•"/>
            </a:pPr>
            <a:r>
              <a:rPr lang="en-US" sz="3300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¿Qué es Sentio?</a:t>
            </a:r>
          </a:p>
          <a:p>
            <a:pPr algn="l" marL="712480" indent="-356240" lvl="1">
              <a:lnSpc>
                <a:spcPts val="5445"/>
              </a:lnSpc>
              <a:buFont typeface="Arial"/>
              <a:buChar char="•"/>
            </a:pPr>
            <a:r>
              <a:rPr lang="en-US" sz="3300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Tecnologías utilizadas</a:t>
            </a:r>
          </a:p>
          <a:p>
            <a:pPr algn="l" marL="712480" indent="-356240" lvl="1">
              <a:lnSpc>
                <a:spcPts val="5445"/>
              </a:lnSpc>
              <a:buFont typeface="Arial"/>
              <a:buChar char="•"/>
            </a:pPr>
            <a:r>
              <a:rPr lang="en-US" sz="3300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Demostración Página Web</a:t>
            </a:r>
          </a:p>
          <a:p>
            <a:pPr algn="l">
              <a:lnSpc>
                <a:spcPts val="54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55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9238" y="5143500"/>
            <a:ext cx="3858475" cy="4345378"/>
          </a:xfrm>
          <a:custGeom>
            <a:avLst/>
            <a:gdLst/>
            <a:ahLst/>
            <a:cxnLst/>
            <a:rect r="r" b="b" t="t" l="l"/>
            <a:pathLst>
              <a:path h="4345378" w="3858475">
                <a:moveTo>
                  <a:pt x="0" y="0"/>
                </a:moveTo>
                <a:lnTo>
                  <a:pt x="3858476" y="0"/>
                </a:lnTo>
                <a:lnTo>
                  <a:pt x="3858476" y="4345378"/>
                </a:lnTo>
                <a:lnTo>
                  <a:pt x="0" y="4345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86167" y="9048742"/>
            <a:ext cx="19860924" cy="1982716"/>
            <a:chOff x="0" y="0"/>
            <a:chExt cx="5230861" cy="5221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30861" cy="522197"/>
            </a:xfrm>
            <a:custGeom>
              <a:avLst/>
              <a:gdLst/>
              <a:ahLst/>
              <a:cxnLst/>
              <a:rect r="r" b="b" t="t" l="l"/>
              <a:pathLst>
                <a:path h="522197" w="5230861">
                  <a:moveTo>
                    <a:pt x="0" y="0"/>
                  </a:moveTo>
                  <a:lnTo>
                    <a:pt x="5230861" y="0"/>
                  </a:lnTo>
                  <a:lnTo>
                    <a:pt x="5230861" y="522197"/>
                  </a:lnTo>
                  <a:lnTo>
                    <a:pt x="0" y="522197"/>
                  </a:lnTo>
                  <a:close/>
                </a:path>
              </a:pathLst>
            </a:custGeom>
            <a:solidFill>
              <a:srgbClr val="97B2EB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230861" cy="493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04267" y="-745402"/>
            <a:ext cx="3567467" cy="3548204"/>
          </a:xfrm>
          <a:custGeom>
            <a:avLst/>
            <a:gdLst/>
            <a:ahLst/>
            <a:cxnLst/>
            <a:rect r="r" b="b" t="t" l="l"/>
            <a:pathLst>
              <a:path h="3548204" w="3567467">
                <a:moveTo>
                  <a:pt x="0" y="0"/>
                </a:moveTo>
                <a:lnTo>
                  <a:pt x="3567466" y="0"/>
                </a:lnTo>
                <a:lnTo>
                  <a:pt x="3567466" y="3548204"/>
                </a:lnTo>
                <a:lnTo>
                  <a:pt x="0" y="3548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03422" y="2615528"/>
            <a:ext cx="7681157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40"/>
              </a:lnSpc>
            </a:pPr>
            <a:r>
              <a:rPr lang="en-US" sz="9000" spc="117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SENTIO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64203" y="4427730"/>
            <a:ext cx="11359595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entio es una aplicación web Full-Stack diseñada como un Diario Emocional Interactivo cuyo objetivo principal es fomentar la autoconcepción y el bienestar emocional del usuario. Destinado a personas que estén atravesando un tratamiento terapéutico así como también a aquellas personas que les interese tener un registro de sus emociones.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1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167" y="9048742"/>
            <a:ext cx="19860924" cy="1982716"/>
            <a:chOff x="0" y="0"/>
            <a:chExt cx="5230861" cy="5221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0861" cy="522197"/>
            </a:xfrm>
            <a:custGeom>
              <a:avLst/>
              <a:gdLst/>
              <a:ahLst/>
              <a:cxnLst/>
              <a:rect r="r" b="b" t="t" l="l"/>
              <a:pathLst>
                <a:path h="522197" w="5230861">
                  <a:moveTo>
                    <a:pt x="0" y="0"/>
                  </a:moveTo>
                  <a:lnTo>
                    <a:pt x="5230861" y="0"/>
                  </a:lnTo>
                  <a:lnTo>
                    <a:pt x="5230861" y="522197"/>
                  </a:lnTo>
                  <a:lnTo>
                    <a:pt x="0" y="522197"/>
                  </a:lnTo>
                  <a:close/>
                </a:path>
              </a:pathLst>
            </a:custGeom>
            <a:solidFill>
              <a:srgbClr val="FC816D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230861" cy="493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36380" y="717237"/>
            <a:ext cx="4411643" cy="7290427"/>
          </a:xfrm>
          <a:custGeom>
            <a:avLst/>
            <a:gdLst/>
            <a:ahLst/>
            <a:cxnLst/>
            <a:rect r="r" b="b" t="t" l="l"/>
            <a:pathLst>
              <a:path h="7290427" w="4411643">
                <a:moveTo>
                  <a:pt x="0" y="0"/>
                </a:moveTo>
                <a:lnTo>
                  <a:pt x="4411643" y="0"/>
                </a:lnTo>
                <a:lnTo>
                  <a:pt x="4411643" y="7290426"/>
                </a:lnTo>
                <a:lnTo>
                  <a:pt x="0" y="729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5762" y="1637317"/>
            <a:ext cx="12054327" cy="130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32"/>
              </a:lnSpc>
            </a:pPr>
            <a:r>
              <a:rPr lang="en-US" sz="8200" spc="10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TECNOLOGÍAS UTILIZADAS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5762" y="3180715"/>
            <a:ext cx="9644247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Ut</a:t>
            </a: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ilizando PHP/MySQL para el manejo seguro de datos y JavaScript para una interfaz dinámica, Sentio transforma el simple registro diario en una herramienta visual de análisis que permite a los usuarios rastrear, comprender y analizar sus estados de ánimo a lo largo del tiempo, con un calendario interactivo que muestra su historial de forma gráfica y concisa.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0" r="0" b="-337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86167" y="9048742"/>
            <a:ext cx="19860924" cy="1982716"/>
            <a:chOff x="0" y="0"/>
            <a:chExt cx="5230861" cy="5221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30861" cy="522197"/>
            </a:xfrm>
            <a:custGeom>
              <a:avLst/>
              <a:gdLst/>
              <a:ahLst/>
              <a:cxnLst/>
              <a:rect r="r" b="b" t="t" l="l"/>
              <a:pathLst>
                <a:path h="522197" w="5230861">
                  <a:moveTo>
                    <a:pt x="0" y="0"/>
                  </a:moveTo>
                  <a:lnTo>
                    <a:pt x="5230861" y="0"/>
                  </a:lnTo>
                  <a:lnTo>
                    <a:pt x="5230861" y="522197"/>
                  </a:lnTo>
                  <a:lnTo>
                    <a:pt x="0" y="522197"/>
                  </a:lnTo>
                  <a:close/>
                </a:path>
              </a:pathLst>
            </a:custGeom>
            <a:solidFill>
              <a:srgbClr val="FC816D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230861" cy="493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82800" y="4059303"/>
            <a:ext cx="2471913" cy="3111480"/>
          </a:xfrm>
          <a:custGeom>
            <a:avLst/>
            <a:gdLst/>
            <a:ahLst/>
            <a:cxnLst/>
            <a:rect r="r" b="b" t="t" l="l"/>
            <a:pathLst>
              <a:path h="3111480" w="2471913">
                <a:moveTo>
                  <a:pt x="0" y="0"/>
                </a:moveTo>
                <a:lnTo>
                  <a:pt x="2471913" y="0"/>
                </a:lnTo>
                <a:lnTo>
                  <a:pt x="2471913" y="3111480"/>
                </a:lnTo>
                <a:lnTo>
                  <a:pt x="0" y="311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71078" y="4059303"/>
            <a:ext cx="2762836" cy="3111480"/>
          </a:xfrm>
          <a:custGeom>
            <a:avLst/>
            <a:gdLst/>
            <a:ahLst/>
            <a:cxnLst/>
            <a:rect r="r" b="b" t="t" l="l"/>
            <a:pathLst>
              <a:path h="3111480" w="2762836">
                <a:moveTo>
                  <a:pt x="0" y="0"/>
                </a:moveTo>
                <a:lnTo>
                  <a:pt x="2762836" y="0"/>
                </a:lnTo>
                <a:lnTo>
                  <a:pt x="2762836" y="3111480"/>
                </a:lnTo>
                <a:lnTo>
                  <a:pt x="0" y="3111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50279" y="4059303"/>
            <a:ext cx="2496773" cy="3111480"/>
          </a:xfrm>
          <a:custGeom>
            <a:avLst/>
            <a:gdLst/>
            <a:ahLst/>
            <a:cxnLst/>
            <a:rect r="r" b="b" t="t" l="l"/>
            <a:pathLst>
              <a:path h="3111480" w="2496773">
                <a:moveTo>
                  <a:pt x="0" y="0"/>
                </a:moveTo>
                <a:lnTo>
                  <a:pt x="2496773" y="0"/>
                </a:lnTo>
                <a:lnTo>
                  <a:pt x="2496773" y="3111480"/>
                </a:lnTo>
                <a:lnTo>
                  <a:pt x="0" y="3111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63417" y="4059303"/>
            <a:ext cx="2924375" cy="3111480"/>
          </a:xfrm>
          <a:custGeom>
            <a:avLst/>
            <a:gdLst/>
            <a:ahLst/>
            <a:cxnLst/>
            <a:rect r="r" b="b" t="t" l="l"/>
            <a:pathLst>
              <a:path h="3111480" w="2924375">
                <a:moveTo>
                  <a:pt x="0" y="0"/>
                </a:moveTo>
                <a:lnTo>
                  <a:pt x="2924375" y="0"/>
                </a:lnTo>
                <a:lnTo>
                  <a:pt x="2924375" y="3111480"/>
                </a:lnTo>
                <a:lnTo>
                  <a:pt x="0" y="31114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04157" y="4059303"/>
            <a:ext cx="2001042" cy="3111480"/>
          </a:xfrm>
          <a:custGeom>
            <a:avLst/>
            <a:gdLst/>
            <a:ahLst/>
            <a:cxnLst/>
            <a:rect r="r" b="b" t="t" l="l"/>
            <a:pathLst>
              <a:path h="3111480" w="2001042">
                <a:moveTo>
                  <a:pt x="0" y="0"/>
                </a:moveTo>
                <a:lnTo>
                  <a:pt x="2001043" y="0"/>
                </a:lnTo>
                <a:lnTo>
                  <a:pt x="2001043" y="3111480"/>
                </a:lnTo>
                <a:lnTo>
                  <a:pt x="0" y="3111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93597" y="1806712"/>
            <a:ext cx="13101395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40"/>
              </a:lnSpc>
            </a:pPr>
            <a:r>
              <a:rPr lang="en-US" sz="9000" spc="117">
                <a:solidFill>
                  <a:srgbClr val="545454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VAMOS A LA DEMOSTRACIÓN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0" r="0" b="-337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72556" y="2714036"/>
            <a:ext cx="8756309" cy="488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16"/>
              </a:lnSpc>
            </a:pPr>
            <a:r>
              <a:rPr lang="en-US" sz="16536" spc="214">
                <a:solidFill>
                  <a:srgbClr val="FC816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¡MUCHAS GRACIAS!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112882" y="1545520"/>
            <a:ext cx="5716825" cy="7195960"/>
          </a:xfrm>
          <a:custGeom>
            <a:avLst/>
            <a:gdLst/>
            <a:ahLst/>
            <a:cxnLst/>
            <a:rect r="r" b="b" t="t" l="l"/>
            <a:pathLst>
              <a:path h="7195960" w="5716825">
                <a:moveTo>
                  <a:pt x="0" y="0"/>
                </a:moveTo>
                <a:lnTo>
                  <a:pt x="5716825" y="0"/>
                </a:lnTo>
                <a:lnTo>
                  <a:pt x="5716825" y="7195960"/>
                </a:lnTo>
                <a:lnTo>
                  <a:pt x="0" y="7195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DAG46lDaFtE</dc:identifier>
  <dcterms:modified xsi:type="dcterms:W3CDTF">2011-08-01T06:04:30Z</dcterms:modified>
  <cp:revision>1</cp:revision>
  <dc:title>Kalitko Mílani</dc:title>
</cp:coreProperties>
</file>